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6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909" autoAdjust="0"/>
  </p:normalViewPr>
  <p:slideViewPr>
    <p:cSldViewPr snapToGrid="0" snapToObjects="1">
      <p:cViewPr varScale="1">
        <p:scale>
          <a:sx n="74" d="100"/>
          <a:sy n="74" d="100"/>
        </p:scale>
        <p:origin x="26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AA67A-1CC3-4092-B0B6-F1CC06319FA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8A054-3181-4666-8CFC-8031E547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6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Description: Column desc taken based on csv scope for the POC- Current </a:t>
            </a:r>
          </a:p>
          <a:p>
            <a:r>
              <a:rPr lang="en-US" dirty="0"/>
              <a:t>Full Fledge architecture: proposal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8A054-3181-4666-8CFC-8031E54702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47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237F67-EB26-0DBF-3825-E39668A52508}"/>
              </a:ext>
            </a:extLst>
          </p:cNvPr>
          <p:cNvSpPr txBox="1"/>
          <p:nvPr/>
        </p:nvSpPr>
        <p:spPr>
          <a:xfrm>
            <a:off x="2286000" y="3103808"/>
            <a:ext cx="5170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FMT Smart Feed Discovery Data Agent</a:t>
            </a:r>
          </a:p>
        </p:txBody>
      </p:sp>
    </p:spTree>
    <p:extLst>
      <p:ext uri="{BB962C8B-B14F-4D97-AF65-F5344CB8AC3E}">
        <p14:creationId xmlns:p14="http://schemas.microsoft.com/office/powerpoint/2010/main" val="2435629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5256E0-7EDF-A1A8-BA53-5D5AEF678326}"/>
              </a:ext>
            </a:extLst>
          </p:cNvPr>
          <p:cNvSpPr txBox="1"/>
          <p:nvPr/>
        </p:nvSpPr>
        <p:spPr>
          <a:xfrm>
            <a:off x="643944" y="386366"/>
            <a:ext cx="79462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Currently, business users (BI leads) or other stakeholders places new feed requests through the FMT (Feed Management Tool) tool without having the full visibility into: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feeds already available in the Lakehouse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or overlapping feeds previously requested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Metadata, refresh patterns, or ownership of existing feeds.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54EB0-A962-135A-0529-DE6B728A8EDC}"/>
              </a:ext>
            </a:extLst>
          </p:cNvPr>
          <p:cNvSpPr txBox="1"/>
          <p:nvPr/>
        </p:nvSpPr>
        <p:spPr>
          <a:xfrm>
            <a:off x="643944" y="2627290"/>
            <a:ext cx="78561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often leads to:</a:t>
            </a:r>
          </a:p>
          <a:p>
            <a:r>
              <a:rPr lang="en-US" dirty="0"/>
              <a:t>Duplicate feed requests</a:t>
            </a:r>
          </a:p>
          <a:p>
            <a:r>
              <a:rPr lang="en-US" dirty="0"/>
              <a:t>Increased processing and operational overhead</a:t>
            </a:r>
          </a:p>
          <a:p>
            <a:r>
              <a:rPr lang="en-US" dirty="0"/>
              <a:t>Under-utilization of existing certified data assets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29C70-59C8-50C5-04EA-D1245D83CA50}"/>
              </a:ext>
            </a:extLst>
          </p:cNvPr>
          <p:cNvSpPr txBox="1"/>
          <p:nvPr/>
        </p:nvSpPr>
        <p:spPr>
          <a:xfrm>
            <a:off x="643944" y="4348240"/>
            <a:ext cx="78561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Solution</a:t>
            </a:r>
            <a:r>
              <a:rPr lang="en-US" dirty="0"/>
              <a:t>: </a:t>
            </a:r>
          </a:p>
          <a:p>
            <a:r>
              <a:rPr lang="en-US" dirty="0"/>
              <a:t>The idea is to introduce a Data Agent integrated with Fabric Copilot that acts as an intelligent pre-request validation layer before raising a new FMT feed request.</a:t>
            </a:r>
          </a:p>
          <a:p>
            <a:endParaRPr lang="en-US" dirty="0"/>
          </a:p>
          <a:p>
            <a:r>
              <a:rPr lang="en-US" dirty="0"/>
              <a:t>The agent will analyze existing feed metadata and historical FMT requests to guide users toward reuse, optimization, or informed new requests or update requests.</a:t>
            </a:r>
          </a:p>
        </p:txBody>
      </p:sp>
    </p:spTree>
    <p:extLst>
      <p:ext uri="{BB962C8B-B14F-4D97-AF65-F5344CB8AC3E}">
        <p14:creationId xmlns:p14="http://schemas.microsoft.com/office/powerpoint/2010/main" val="62076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Fabric Data Agent – Power BI Copilot Execution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354170" y="2697480"/>
            <a:ext cx="1899634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dirty="0"/>
              <a:t>Business User</a:t>
            </a:r>
          </a:p>
          <a:p>
            <a:r>
              <a:rPr dirty="0"/>
              <a:t>(Power BI / Fabric)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3994" y="2697480"/>
            <a:ext cx="1665239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dirty="0"/>
              <a:t>Power BI Copilot</a:t>
            </a:r>
          </a:p>
          <a:p>
            <a:r>
              <a:rPr dirty="0"/>
              <a:t>(NL Question)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38134" y="2548729"/>
            <a:ext cx="3948665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dirty="0"/>
              <a:t>Fabric Data Agent</a:t>
            </a:r>
          </a:p>
          <a:p>
            <a:r>
              <a:rPr dirty="0" err="1"/>
              <a:t>FMTLH_DataAgent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738135" y="1236371"/>
            <a:ext cx="2009106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dirty="0" err="1"/>
              <a:t>DimGoldLHMetadataDesc</a:t>
            </a:r>
            <a:endParaRPr dirty="0"/>
          </a:p>
          <a:p>
            <a:r>
              <a:rPr dirty="0"/>
              <a:t>(Gold Metadata)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3001" y="1236371"/>
            <a:ext cx="1743799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dirty="0" err="1"/>
              <a:t>FactFMTDetails</a:t>
            </a:r>
            <a:endParaRPr dirty="0"/>
          </a:p>
          <a:p>
            <a:r>
              <a:rPr dirty="0"/>
              <a:t>(FMT Requests)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38135" y="3813436"/>
            <a:ext cx="25603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dirty="0"/>
              <a:t>Copilot Response</a:t>
            </a:r>
          </a:p>
          <a:p>
            <a:r>
              <a:rPr dirty="0"/>
              <a:t>(Insights / Answer)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9804</TotalTime>
  <Words>203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Kumar (HCL Technologies Corporate Services)</cp:lastModifiedBy>
  <cp:revision>4</cp:revision>
  <dcterms:created xsi:type="dcterms:W3CDTF">2013-01-27T09:14:16Z</dcterms:created>
  <dcterms:modified xsi:type="dcterms:W3CDTF">2026-02-02T18:28:10Z</dcterms:modified>
  <cp:category/>
</cp:coreProperties>
</file>